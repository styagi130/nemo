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slide" Target="slides/slide24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4.png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png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6.png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7.png" />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lvl="0" marL="0" indent="0">
              <a:buNone/>
            </a:pPr>
            <a:r>
              <a:rPr/>
              <a:t>EasyMagpieTTS</a:t>
            </a:r>
            <a:r>
              <a:rPr/>
              <a:t> </a:t>
            </a:r>
            <a:r>
              <a:rPr/>
              <a:t>PyTorch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lvl="0" marL="0" indent="0">
              <a:buNone/>
            </a:pPr>
            <a:r>
              <a:rPr/>
              <a:t>Conceptual</a:t>
            </a:r>
            <a:r>
              <a:rPr/>
              <a:t> </a:t>
            </a:r>
            <a:r>
              <a:rPr/>
              <a:t>model</a:t>
            </a:r>
            <a:r>
              <a:rPr/>
              <a:t> </a:t>
            </a:r>
            <a:r>
              <a:rPr/>
              <a:t>internals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inference</a:t>
            </a:r>
            <a:r>
              <a:rPr/>
              <a:t> </a:t>
            </a:r>
            <a:r>
              <a:rPr/>
              <a:t>pipeline</a:t>
            </a:r>
            <a:br/>
            <a:br/>
            <a:r>
              <a:rPr/>
              <a:t>Codex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2026-06-24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This deck explains the EasyMagpieTTS model as it runs in PyTorch.</a:t>
            </a:r>
          </a:p>
          <a:p>
            <a:pPr lvl="1"/>
            <a:r>
              <a:rPr/>
              <a:t>It intentionally does not focus on vLLM, Triton, TensorRT, or serving infrastructure.</a:t>
            </a:r>
          </a:p>
          <a:p>
            <a:pPr lvl="1"/>
            <a:r>
              <a:rPr/>
              <a:t>The useful code anchors are:</a:t>
            </a:r>
          </a:p>
          <a:p>
            <a:pPr lvl="2"/>
            <a:r>
              <a:rPr>
                <a:latin typeface="Courier"/>
              </a:rPr>
              <a:t>nemo/collections/tts/models/easy_magpietts_inference.py</a:t>
            </a:r>
          </a:p>
          <a:p>
            <a:pPr lvl="2"/>
            <a:r>
              <a:rPr>
                <a:latin typeface="Courier"/>
              </a:rPr>
              <a:t>nemo/collections/tts/models/easy_magpietts.py</a:t>
            </a:r>
          </a:p>
          <a:p>
            <a:pPr lvl="2"/>
            <a:r>
              <a:rPr>
                <a:latin typeface="Courier"/>
              </a:rPr>
              <a:t>nemo/collections/tts/modules/magpietts_modules.py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One-Slide</a:t>
            </a:r>
            <a:r>
              <a:rPr/>
              <a:t> </a:t>
            </a:r>
            <a:r>
              <a:rPr/>
              <a:t>Mental</a:t>
            </a:r>
            <a:r>
              <a:rPr/>
              <a:t> </a:t>
            </a:r>
            <a:r>
              <a:rPr/>
              <a:t>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EasyMagpieTTS is a decoder-only TTS model.</a:t>
            </a:r>
          </a:p>
          <a:p>
            <a:pPr lvl="1"/>
            <a:r>
              <a:rPr/>
              <a:t>It does not directly predict waveform samples.</a:t>
            </a:r>
          </a:p>
          <a:p>
            <a:pPr lvl="1"/>
            <a:r>
              <a:rPr/>
              <a:t>It predicts discrete audio codec tokens across multiple codebooks.</a:t>
            </a:r>
          </a:p>
          <a:p>
            <a:pPr lvl="1"/>
            <a:r>
              <a:rPr/>
              <a:t>A neural codec decoder turns those predicted codes back into waveform.</a:t>
            </a:r>
          </a:p>
          <a:p>
            <a:pPr lvl="1"/>
            <a:r>
              <a:rPr/>
              <a:t>Context audio and context text provide speaker/style conditioning.</a:t>
            </a:r>
          </a:p>
          <a:p>
            <a:pPr lvl="1"/>
            <a:r>
              <a:rPr/>
              <a:t>Text, phoneme, and audio streams are delayed and aligned so generation can run incrementally.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Class</a:t>
            </a:r>
            <a:r>
              <a:rPr/>
              <a:t> </a:t>
            </a:r>
            <a:r>
              <a:rPr/>
              <a:t>Split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>
                <a:latin typeface="Courier"/>
              </a:rPr>
              <a:t>EasyMagpieTTSInferenceModel</a:t>
            </a:r>
          </a:p>
          <a:p>
            <a:pPr lvl="1"/>
            <a:r>
              <a:rPr/>
              <a:t>Owns the runtime architecture.</a:t>
            </a:r>
          </a:p>
          <a:p>
            <a:pPr lvl="1"/>
            <a:r>
              <a:rPr/>
              <a:t>Contains codec, embeddings, decoder backbone, prediction heads, streaming state, and </a:t>
            </a:r>
            <a:r>
              <a:rPr>
                <a:latin typeface="Courier"/>
              </a:rPr>
              <a:t>do_tts</a:t>
            </a:r>
            <a:r>
              <a:rPr/>
              <a:t> / </a:t>
            </a:r>
            <a:r>
              <a:rPr>
                <a:latin typeface="Courier"/>
              </a:rPr>
              <a:t>infer_batch</a:t>
            </a:r>
            <a:r>
              <a:rPr/>
              <a:t>.</a:t>
            </a:r>
          </a:p>
          <a:p>
            <a:pPr lvl="0" marL="0" indent="0">
              <a:buNone/>
            </a:pPr>
            <a:r>
              <a:rPr b="1">
                <a:latin typeface="Courier"/>
              </a:rPr>
              <a:t>EasyMagpieTTSModel</a:t>
            </a:r>
          </a:p>
          <a:p>
            <a:pPr lvl="1"/>
            <a:r>
              <a:rPr/>
              <a:t>Subclasses the inference model for training.</a:t>
            </a:r>
          </a:p>
          <a:p>
            <a:pPr lvl="1"/>
            <a:r>
              <a:rPr/>
              <a:t>Adds </a:t>
            </a:r>
            <a:r>
              <a:rPr>
                <a:latin typeface="Courier"/>
              </a:rPr>
              <a:t>process_batch</a:t>
            </a:r>
            <a:r>
              <a:rPr/>
              <a:t>, dataloaders, losses, validation inference, and logging.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Module</a:t>
            </a:r>
            <a:r>
              <a:rPr/>
              <a:t> </a:t>
            </a:r>
            <a:r>
              <a:rPr/>
              <a:t>Stack</a:t>
            </a:r>
          </a:p>
        </p:txBody>
      </p:sp>
      <p:pic>
        <p:nvPicPr>
          <p:cNvPr descr="presentation_assets/pytorch_architecture/module_stack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Core</a:t>
            </a:r>
            <a:r>
              <a:rPr/>
              <a:t> </a:t>
            </a:r>
            <a:r>
              <a:rPr/>
              <a:t>Idea:</a:t>
            </a:r>
            <a:r>
              <a:rPr/>
              <a:t> </a:t>
            </a:r>
            <a:r>
              <a:rPr/>
              <a:t>Audio</a:t>
            </a:r>
            <a:r>
              <a:rPr/>
              <a:t> </a:t>
            </a:r>
            <a:r>
              <a:rPr/>
              <a:t>as</a:t>
            </a:r>
            <a:r>
              <a:rPr/>
              <a:t> </a:t>
            </a:r>
            <a:r>
              <a:rPr/>
              <a:t>Tokens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codec encoder maps waveform into codebook token sequences.</a:t>
            </a:r>
          </a:p>
          <a:p>
            <a:pPr lvl="1"/>
            <a:r>
              <a:rPr/>
              <a:t>EasyMagpie predicts those token IDs, including BOS/EOS-style special tokens.</a:t>
            </a:r>
          </a:p>
          <a:p>
            <a:pPr lvl="1"/>
            <a:r>
              <a:rPr/>
              <a:t>The codec decoder maps generated token sequences back to audio.</a:t>
            </a:r>
          </a:p>
          <a:p>
            <a:pPr lvl="1"/>
            <a:r>
              <a:rPr/>
              <a:t>This makes TTS look like language modeling over acoustic tokens.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Audio</a:t>
            </a:r>
            <a:r>
              <a:rPr/>
              <a:t> </a:t>
            </a:r>
            <a:r>
              <a:rPr/>
              <a:t>Token</a:t>
            </a:r>
            <a:r>
              <a:rPr/>
              <a:t> </a:t>
            </a:r>
            <a:r>
              <a:rPr/>
              <a:t>Diagram</a:t>
            </a:r>
          </a:p>
        </p:txBody>
      </p:sp>
      <p:pic>
        <p:nvPicPr>
          <p:cNvPr descr="presentation_assets/pytorch_architecture/codec_token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Inputs</a:t>
            </a:r>
            <a:r>
              <a:rPr/>
              <a:t> </a:t>
            </a:r>
            <a:r>
              <a:rPr/>
              <a:t>at</a:t>
            </a:r>
            <a:r>
              <a:rPr/>
              <a:t> </a:t>
            </a:r>
            <a:r>
              <a:rPr/>
              <a:t>Inference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Main text transcript becomes text tokens plus EOS.</a:t>
            </a:r>
          </a:p>
          <a:p>
            <a:pPr lvl="1"/>
            <a:r>
              <a:rPr/>
              <a:t>Context text becomes a conditioning token sequence.</a:t>
            </a:r>
          </a:p>
          <a:p>
            <a:pPr lvl="1"/>
            <a:r>
              <a:rPr/>
              <a:t>Context audio becomes discrete codec codes.</a:t>
            </a:r>
          </a:p>
          <a:p>
            <a:pPr lvl="1"/>
            <a:r>
              <a:rPr/>
              <a:t>Optional ground-truth phoneme text can force the phoneme stream.</a:t>
            </a:r>
          </a:p>
          <a:p>
            <a:pPr lvl="1"/>
            <a:r>
              <a:rPr/>
              <a:t>The model builds a batch and delegates to the same streaming machinery used for batched inference.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Representation</a:t>
            </a:r>
            <a:r>
              <a:rPr/>
              <a:t> </a:t>
            </a:r>
            <a:r>
              <a:rPr/>
              <a:t>Flow</a:t>
            </a:r>
          </a:p>
        </p:txBody>
      </p:sp>
      <p:pic>
        <p:nvPicPr>
          <p:cNvPr descr="presentation_assets/pytorch_architecture/representation_flo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Embedding</a:t>
            </a:r>
            <a:r>
              <a:rPr/>
              <a:t> </a:t>
            </a:r>
            <a:r>
              <a:rPr/>
              <a:t>Streams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Text tokens use the decoder token embedding table.</a:t>
            </a:r>
          </a:p>
          <a:p>
            <a:pPr lvl="1"/>
            <a:r>
              <a:rPr/>
              <a:t>If configured, the char-aware subword encoder adds character-level subword information.</a:t>
            </a:r>
          </a:p>
          <a:p>
            <a:pPr lvl="1"/>
            <a:r>
              <a:rPr/>
              <a:t>Audio tokens use per-codebook embeddings that are averaged and projected.</a:t>
            </a:r>
          </a:p>
          <a:p>
            <a:pPr lvl="1"/>
            <a:r>
              <a:rPr/>
              <a:t>Phoneme tokens use their own embedding tables.</a:t>
            </a:r>
          </a:p>
          <a:p>
            <a:pPr lvl="1"/>
            <a:r>
              <a:rPr/>
              <a:t>The model sums aligned stream embeddings instead of concatenating separate modalities at each step.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Delayed</a:t>
            </a:r>
            <a:r>
              <a:rPr/>
              <a:t> </a:t>
            </a:r>
            <a:r>
              <a:rPr/>
              <a:t>Stream</a:t>
            </a:r>
            <a:r>
              <a:rPr/>
              <a:t> </a:t>
            </a:r>
            <a:r>
              <a:rPr/>
              <a:t>Alignment</a:t>
            </a:r>
          </a:p>
        </p:txBody>
      </p:sp>
      <p:pic>
        <p:nvPicPr>
          <p:cNvPr descr="presentation_assets/pytorch_architecture/delayed_streams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What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Delays</a:t>
            </a:r>
            <a:r>
              <a:rPr/>
              <a:t> </a:t>
            </a:r>
            <a:r>
              <a:rPr/>
              <a:t>Mean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>
                <a:latin typeface="Courier"/>
              </a:rPr>
              <a:t>TrainingMode</a:t>
            </a:r>
            <a:r>
              <a:rPr/>
              <a:t> defines whether text is </a:t>
            </a:r>
            <a:r>
              <a:rPr>
                <a:latin typeface="Courier"/>
              </a:rPr>
              <a:t>full</a:t>
            </a:r>
            <a:r>
              <a:rPr/>
              <a:t> or </a:t>
            </a:r>
            <a:r>
              <a:rPr>
                <a:latin typeface="Courier"/>
              </a:rPr>
              <a:t>streaming</a:t>
            </a:r>
            <a:r>
              <a:rPr/>
              <a:t>.</a:t>
            </a:r>
          </a:p>
          <a:p>
            <a:pPr lvl="1"/>
            <a:r>
              <a:rPr/>
              <a:t>In streaming mode, text arrives first.</a:t>
            </a:r>
          </a:p>
          <a:p>
            <a:pPr lvl="1"/>
            <a:r>
              <a:rPr/>
              <a:t>Phoneme prediction starts after </a:t>
            </a:r>
            <a:r>
              <a:rPr>
                <a:latin typeface="Courier"/>
              </a:rPr>
              <a:t>streaming_phonemes_delay</a:t>
            </a:r>
            <a:r>
              <a:rPr/>
              <a:t>.</a:t>
            </a:r>
          </a:p>
          <a:p>
            <a:pPr lvl="1"/>
            <a:r>
              <a:rPr/>
              <a:t>Audio prediction starts after </a:t>
            </a:r>
            <a:r>
              <a:rPr>
                <a:latin typeface="Courier"/>
              </a:rPr>
              <a:t>streaming_speech_delay</a:t>
            </a:r>
            <a:r>
              <a:rPr/>
              <a:t>.</a:t>
            </a:r>
          </a:p>
          <a:p>
            <a:pPr lvl="1"/>
            <a:r>
              <a:rPr/>
              <a:t>The delay creates a lookahead buffer so audio generation has enough text/phoneme context.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Decoder</a:t>
            </a:r>
            <a:r>
              <a:rPr/>
              <a:t> </a:t>
            </a:r>
            <a:r>
              <a:rPr/>
              <a:t>Backbone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backbone is selected by config:</a:t>
            </a:r>
          </a:p>
          <a:p>
            <a:pPr lvl="2"/>
            <a:r>
              <a:rPr/>
              <a:t>Hugging Face causal LM backend.</a:t>
            </a:r>
          </a:p>
          <a:p>
            <a:pPr lvl="2"/>
            <a:r>
              <a:rPr/>
              <a:t>Nemotron-H backend.</a:t>
            </a:r>
          </a:p>
          <a:p>
            <a:pPr lvl="1"/>
            <a:r>
              <a:rPr/>
              <a:t>The model calls the decoder with </a:t>
            </a:r>
            <a:r>
              <a:rPr>
                <a:latin typeface="Courier"/>
              </a:rPr>
              <a:t>inputs_embeds</a:t>
            </a:r>
            <a:r>
              <a:rPr/>
              <a:t>, not just token IDs.</a:t>
            </a:r>
          </a:p>
          <a:p>
            <a:pPr lvl="1"/>
            <a:r>
              <a:rPr/>
              <a:t>Streaming inference uses KV cache through </a:t>
            </a:r>
            <a:r>
              <a:rPr>
                <a:latin typeface="Courier"/>
              </a:rPr>
              <a:t>past_key_values</a:t>
            </a:r>
            <a:r>
              <a:rPr/>
              <a:t>.</a:t>
            </a:r>
          </a:p>
          <a:p>
            <a:pPr lvl="1"/>
            <a:r>
              <a:rPr/>
              <a:t>The backbone emits hidden states used by phoneme and audio-code heads.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Prediction</a:t>
            </a:r>
            <a:r>
              <a:rPr/>
              <a:t> </a:t>
            </a:r>
            <a:r>
              <a:rPr/>
              <a:t>Heads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Phoneme head</a:t>
            </a:r>
          </a:p>
          <a:p>
            <a:pPr lvl="1"/>
            <a:r>
              <a:rPr>
                <a:latin typeface="Courier"/>
              </a:rPr>
              <a:t>phoneme_final_proj</a:t>
            </a:r>
            <a:r>
              <a:rPr/>
              <a:t> maps decoder hidden states to phoneme-token logits.</a:t>
            </a:r>
          </a:p>
          <a:p>
            <a:pPr lvl="1"/>
            <a:r>
              <a:rPr/>
              <a:t>In predicted mode, low-confidence phoneme steps can be replaced with UNK.</a:t>
            </a:r>
          </a:p>
          <a:p>
            <a:pPr lvl="0" marL="0" indent="0">
              <a:buNone/>
            </a:pPr>
            <a:r>
              <a:rPr b="1"/>
              <a:t>Audio-code head</a:t>
            </a:r>
          </a:p>
          <a:p>
            <a:pPr lvl="1"/>
            <a:r>
              <a:rPr>
                <a:latin typeface="Courier"/>
              </a:rPr>
              <a:t>audio_out_projection</a:t>
            </a:r>
            <a:r>
              <a:rPr/>
              <a:t> adapts decoder hidden size to audio embedding size.</a:t>
            </a:r>
          </a:p>
          <a:p>
            <a:pPr lvl="1"/>
            <a:r>
              <a:rPr>
                <a:latin typeface="Courier"/>
              </a:rPr>
              <a:t>final_proj</a:t>
            </a:r>
            <a:r>
              <a:rPr/>
              <a:t> maps to logits for all codebooks and special audio tokens.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Local</a:t>
            </a:r>
            <a:r>
              <a:rPr/>
              <a:t> </a:t>
            </a:r>
            <a:r>
              <a:rPr/>
              <a:t>Transformer</a:t>
            </a:r>
          </a:p>
        </p:txBody>
      </p:sp>
      <p:pic>
        <p:nvPicPr>
          <p:cNvPr descr="presentation_assets/pytorch_architecture/local_transformer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Why</a:t>
            </a:r>
            <a:r>
              <a:rPr/>
              <a:t> </a:t>
            </a:r>
            <a:r>
              <a:rPr/>
              <a:t>the</a:t>
            </a:r>
            <a:r>
              <a:rPr/>
              <a:t> </a:t>
            </a:r>
            <a:r>
              <a:rPr/>
              <a:t>Local</a:t>
            </a:r>
            <a:r>
              <a:rPr/>
              <a:t> </a:t>
            </a:r>
            <a:r>
              <a:rPr/>
              <a:t>Transformer</a:t>
            </a:r>
            <a:r>
              <a:rPr/>
              <a:t> </a:t>
            </a:r>
            <a:r>
              <a:rPr/>
              <a:t>Exists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The main decoder models long-range text, phoneme, and acoustic timing.</a:t>
            </a:r>
          </a:p>
          <a:p>
            <a:pPr lvl="1"/>
            <a:r>
              <a:rPr/>
              <a:t>One audio frame contains several codebook tokens.</a:t>
            </a:r>
          </a:p>
          <a:p>
            <a:pPr lvl="1"/>
            <a:r>
              <a:rPr/>
              <a:t>Those codebooks are not independent.</a:t>
            </a:r>
          </a:p>
          <a:p>
            <a:pPr lvl="1"/>
            <a:r>
              <a:rPr/>
              <a:t>The local autoregressive transformer predicts codebooks within a frame sequentially.</a:t>
            </a:r>
          </a:p>
          <a:p>
            <a:pPr lvl="1"/>
            <a:r>
              <a:rPr/>
              <a:t>This lets the global decoder advance one frame at a time while still modeling codebook dependencies.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PyTorch</a:t>
            </a:r>
            <a:r>
              <a:rPr/>
              <a:t> </a:t>
            </a:r>
            <a:r>
              <a:rPr/>
              <a:t>Inference</a:t>
            </a:r>
            <a:r>
              <a:rPr/>
              <a:t> </a:t>
            </a:r>
            <a:r>
              <a:rPr/>
              <a:t>Pipeline</a:t>
            </a:r>
          </a:p>
        </p:txBody>
      </p:sp>
      <p:pic>
        <p:nvPicPr>
          <p:cNvPr descr="presentation_assets/pytorch_architecture/streaming_loop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Streaming</a:t>
            </a:r>
            <a:r>
              <a:rPr/>
              <a:t> </a:t>
            </a:r>
            <a:r>
              <a:rPr/>
              <a:t>State</a:t>
            </a:r>
            <a:r>
              <a:rPr/>
              <a:t> </a:t>
            </a:r>
            <a:r>
              <a:rPr/>
              <a:t>Machine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Context phase: consume remaining context embeddings.</a:t>
            </a:r>
          </a:p>
          <a:p>
            <a:pPr lvl="1"/>
            <a:r>
              <a:rPr/>
              <a:t>Prompt phase: consume early text before any predictions are emitted.</a:t>
            </a:r>
          </a:p>
          <a:p>
            <a:pPr lvl="1"/>
            <a:r>
              <a:rPr/>
              <a:t>Phoneme-only phase: predict phonemes before audio starts.</a:t>
            </a:r>
          </a:p>
          <a:p>
            <a:pPr lvl="1"/>
            <a:r>
              <a:rPr/>
              <a:t>Audio phase: predict phonemes and audio codes until audio EOS or </a:t>
            </a:r>
            <a:r>
              <a:rPr>
                <a:latin typeface="Courier"/>
              </a:rPr>
              <a:t>max_decoder_steps</a:t>
            </a:r>
            <a:r>
              <a:rPr/>
              <a:t>.</a:t>
            </a:r>
          </a:p>
          <a:p>
            <a:pPr lvl="1"/>
            <a:r>
              <a:rPr/>
              <a:t>Finalize: slice valid codes, unstack if needed, and decode with the codec.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Training</a:t>
            </a:r>
            <a:r>
              <a:rPr/>
              <a:t> </a:t>
            </a:r>
            <a:r>
              <a:rPr/>
              <a:t>View</a:t>
            </a:r>
          </a:p>
        </p:txBody>
      </p:sp>
      <p:pic>
        <p:nvPicPr>
          <p:cNvPr descr="presentation_assets/pytorch_architecture/training_view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558800" y="1600200"/>
            <a:ext cx="8039100" cy="4521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Losses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Audio codebook CE supervises the main audio-code projection head.</a:t>
            </a:r>
          </a:p>
          <a:p>
            <a:pPr lvl="1"/>
            <a:r>
              <a:rPr/>
              <a:t>Phoneme CE supervises the phoneme prediction head when phoneme tokens exist.</a:t>
            </a:r>
          </a:p>
          <a:p>
            <a:pPr lvl="1"/>
            <a:r>
              <a:rPr/>
              <a:t>Local transformer CE supervises the per-frame codebook predictor when enabled.</a:t>
            </a:r>
          </a:p>
          <a:p>
            <a:pPr lvl="1"/>
            <a:r>
              <a:rPr/>
              <a:t>Total loss is a weighted sum controlled by config:</a:t>
            </a:r>
          </a:p>
          <a:p>
            <a:pPr lvl="2"/>
            <a:r>
              <a:rPr>
                <a:latin typeface="Courier"/>
              </a:rPr>
              <a:t>parallel_codebook_loss_scale</a:t>
            </a:r>
          </a:p>
          <a:p>
            <a:pPr lvl="2"/>
            <a:r>
              <a:rPr>
                <a:latin typeface="Courier"/>
              </a:rPr>
              <a:t>phoneme_loss_weight</a:t>
            </a:r>
          </a:p>
          <a:p>
            <a:pPr lvl="2"/>
            <a:r>
              <a:rPr>
                <a:latin typeface="Courier"/>
              </a:rPr>
              <a:t>local_transformer_loss_scale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Training</a:t>
            </a:r>
            <a:r>
              <a:rPr/>
              <a:t> </a:t>
            </a:r>
            <a:r>
              <a:rPr/>
              <a:t>Regularization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Text dropout makes the model less brittle to transcript conditioning.</a:t>
            </a:r>
          </a:p>
          <a:p>
            <a:pPr lvl="1"/>
            <a:r>
              <a:rPr/>
              <a:t>CFG conditioning dropout trains unconditional context behavior.</a:t>
            </a:r>
          </a:p>
          <a:p>
            <a:pPr lvl="1"/>
            <a:r>
              <a:rPr/>
              <a:t>Phoneme corruption makes audio generation robust to imperfect predicted phonemes.</a:t>
            </a:r>
          </a:p>
          <a:p>
            <a:pPr lvl="1"/>
            <a:r>
              <a:rPr/>
              <a:t>Multi-mode training lets the same model learn different text/delay regimes.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Shape</a:t>
            </a:r>
            <a:r>
              <a:rPr/>
              <a:t> </a:t>
            </a:r>
            <a:r>
              <a:rPr/>
              <a:t>Cheat</a:t>
            </a:r>
            <a:r>
              <a:rPr/>
              <a:t> </a:t>
            </a:r>
            <a:r>
              <a:rPr/>
              <a:t>Sheet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Text tokens: </a:t>
            </a:r>
            <a:r>
              <a:rPr>
                <a:latin typeface="Courier"/>
              </a:rPr>
              <a:t>(B, T_text)</a:t>
            </a:r>
          </a:p>
          <a:p>
            <a:pPr lvl="1"/>
            <a:r>
              <a:rPr/>
              <a:t>Context audio codes: </a:t>
            </a:r>
            <a:r>
              <a:rPr>
                <a:latin typeface="Courier"/>
              </a:rPr>
              <a:t>(B, C, T_context)</a:t>
            </a:r>
          </a:p>
          <a:p>
            <a:pPr lvl="1"/>
            <a:r>
              <a:rPr/>
              <a:t>Embedded sequence: </a:t>
            </a:r>
            <a:r>
              <a:rPr>
                <a:latin typeface="Courier"/>
              </a:rPr>
              <a:t>(B, T_total, E)</a:t>
            </a:r>
          </a:p>
          <a:p>
            <a:pPr lvl="1"/>
            <a:r>
              <a:rPr/>
              <a:t>Decoder hidden states: </a:t>
            </a:r>
            <a:r>
              <a:rPr>
                <a:latin typeface="Courier"/>
              </a:rPr>
              <a:t>(B, T_total, hidden_dim)</a:t>
            </a:r>
          </a:p>
          <a:p>
            <a:pPr lvl="1"/>
            <a:r>
              <a:rPr/>
              <a:t>Audio logits: </a:t>
            </a:r>
            <a:r>
              <a:rPr>
                <a:latin typeface="Courier"/>
              </a:rPr>
              <a:t>(B, T_audio, C * vocab_per_codebook)</a:t>
            </a:r>
          </a:p>
          <a:p>
            <a:pPr lvl="1"/>
            <a:r>
              <a:rPr/>
              <a:t>Generated audio codes: </a:t>
            </a:r>
            <a:r>
              <a:rPr>
                <a:latin typeface="Courier"/>
              </a:rPr>
              <a:t>(B, C, T_audio_frames)</a:t>
            </a:r>
          </a:p>
          <a:p>
            <a:pPr lvl="1"/>
            <a:r>
              <a:rPr/>
              <a:t>Decoded waveform: </a:t>
            </a:r>
            <a:r>
              <a:rPr>
                <a:latin typeface="Courier"/>
              </a:rPr>
              <a:t>(B, num_samples)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Presenter</a:t>
            </a:r>
            <a:r>
              <a:rPr/>
              <a:t> </a:t>
            </a:r>
            <a:r>
              <a:rPr/>
              <a:t>Narrative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Start with the codec: “The model speaks by predicting codec tokens, not waveform.”</a:t>
            </a:r>
          </a:p>
          <a:p>
            <a:pPr lvl="1"/>
            <a:r>
              <a:rPr/>
              <a:t>Then explain conditioning: “Reference audio and context text anchor voice and style.”</a:t>
            </a:r>
          </a:p>
          <a:p>
            <a:pPr lvl="1"/>
            <a:r>
              <a:rPr/>
              <a:t>Then explain alignment: “Text, phoneme, and audio are delayed streams summed into one decoder input.”</a:t>
            </a:r>
          </a:p>
          <a:p>
            <a:pPr lvl="1"/>
            <a:r>
              <a:rPr/>
              <a:t>Then explain inference: “A streaming state object feeds one embedding step at a time through a causal decoder.”</a:t>
            </a:r>
          </a:p>
          <a:p>
            <a:pPr lvl="1"/>
            <a:r>
              <a:rPr/>
              <a:t>Then explain quality/control: “The phoneme path and local transformer make token generation more structured.”</a:t>
            </a:r>
          </a:p>
          <a:p>
            <a:pPr lvl="1"/>
            <a:r>
              <a:rPr/>
              <a:t>Close with training: “The same heads are teacher-forced and supervised with cross-entropy.”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/>
            <a:r>
              <a:rPr/>
              <a:t>EasyMagpieTTS is best understood as codec-token language modeling for speech.</a:t>
            </a:r>
          </a:p>
          <a:p>
            <a:pPr lvl="1"/>
            <a:r>
              <a:rPr/>
              <a:t>The PyTorch model is a multimodal embedding composer plus a causal decoder.</a:t>
            </a:r>
          </a:p>
          <a:p>
            <a:pPr lvl="1"/>
            <a:r>
              <a:rPr/>
              <a:t>Streaming works because the model maintains explicit phase counters and KV cache.</a:t>
            </a:r>
          </a:p>
          <a:p>
            <a:pPr lvl="1"/>
            <a:r>
              <a:rPr/>
              <a:t>The local transformer handles short-range dependencies among codebooks inside each frame.</a:t>
            </a:r>
          </a:p>
          <a:p>
            <a:pPr lvl="1"/>
            <a:r>
              <a:rPr/>
              <a:t>The codec decoder is the final waveform renderer.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EasyMagpieTTS PyTorch Architecture</dc:title>
  <dc:creator>Codex</dc:creator>
  <cp:keywords/>
  <dcterms:created xsi:type="dcterms:W3CDTF">2026-06-24T12:41:46Z</dcterms:created>
  <dcterms:modified xsi:type="dcterms:W3CDTF">2026-06-24T12:41:46Z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2026-06-24</vt:lpwstr>
  </property>
  <property fmtid="{D5CDD505-2E9C-101B-9397-08002B2CF9AE}" pid="3" name="subtitle">
    <vt:lpwstr>Conceptual model internals and inference pipeline</vt:lpwstr>
  </property>
</Properties>
</file>