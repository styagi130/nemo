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EasyMagpieTTS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vLLM-Omni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Triton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Architecture,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preparation,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inference</a:t>
            </a:r>
            <a:r>
              <a:rPr/>
              <a:t> </a:t>
            </a:r>
            <a:r>
              <a:rPr/>
              <a:t>pipeline</a:t>
            </a:r>
            <a:br/>
            <a:br/>
            <a:r>
              <a:rPr/>
              <a:t>Codex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2026-06-24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Ported EasyMagpieTTS from NeMo artifacts into a vLLM-Omni runtime.</a:t>
            </a:r>
          </a:p>
          <a:p>
            <a:pPr lvl="1"/>
            <a:r>
              <a:rPr/>
              <a:t>Served the autoregressive TTS model and codec decoder through Triton.</a:t>
            </a:r>
          </a:p>
          <a:p>
            <a:pPr lvl="1"/>
            <a:r>
              <a:rPr/>
              <a:t>Built the missing TensorRT codec engine.</a:t>
            </a:r>
          </a:p>
          <a:p>
            <a:pPr lvl="1"/>
            <a:r>
              <a:rPr/>
              <a:t>Baked a default English speaker embedding.</a:t>
            </a:r>
          </a:p>
          <a:p>
            <a:pPr lvl="1"/>
            <a:r>
              <a:rPr/>
              <a:t>Validated an end-to-end gRPC request returning 22.05 kHz audio.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Starting</a:t>
            </a:r>
            <a:r>
              <a:rPr/>
              <a:t> </a:t>
            </a:r>
            <a:r>
              <a:rPr/>
              <a:t>Inputs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Inputs</a:t>
            </a:r>
          </a:p>
          <a:p>
            <a:pPr lvl="1"/>
            <a:r>
              <a:rPr/>
              <a:t>EasyMagpieTTS </a:t>
            </a:r>
            <a:r>
              <a:rPr>
                <a:latin typeface="Courier"/>
              </a:rPr>
              <a:t>.nemo</a:t>
            </a:r>
            <a:r>
              <a:rPr/>
              <a:t> checkpoint</a:t>
            </a:r>
          </a:p>
          <a:p>
            <a:pPr lvl="1"/>
            <a:r>
              <a:rPr/>
              <a:t>Spectral codec </a:t>
            </a:r>
            <a:r>
              <a:rPr>
                <a:latin typeface="Courier"/>
              </a:rPr>
              <a:t>.nemo</a:t>
            </a:r>
          </a:p>
          <a:p>
            <a:pPr lvl="1"/>
            <a:r>
              <a:rPr/>
              <a:t>Phoneme tokenizer</a:t>
            </a:r>
          </a:p>
          <a:p>
            <a:pPr lvl="1"/>
            <a:r>
              <a:rPr/>
              <a:t>English context audio sample</a:t>
            </a:r>
          </a:p>
          <a:p>
            <a:pPr lvl="0" marL="0" indent="0">
              <a:buNone/>
            </a:pPr>
            <a:r>
              <a:rPr b="1"/>
              <a:t>Outputs</a:t>
            </a:r>
          </a:p>
          <a:p>
            <a:pPr lvl="1"/>
            <a:r>
              <a:rPr>
                <a:latin typeface="Courier"/>
              </a:rPr>
              <a:t>easymp_vllm_model/</a:t>
            </a:r>
          </a:p>
          <a:p>
            <a:pPr lvl="1"/>
            <a:r>
              <a:rPr>
                <a:latin typeface="Courier"/>
              </a:rPr>
              <a:t>codec.onnx</a:t>
            </a:r>
          </a:p>
          <a:p>
            <a:pPr lvl="1"/>
            <a:r>
              <a:rPr>
                <a:latin typeface="Courier"/>
              </a:rPr>
              <a:t>model_repository/codec/1/model.plan</a:t>
            </a:r>
          </a:p>
          <a:p>
            <a:pPr lvl="1"/>
            <a:r>
              <a:rPr>
                <a:latin typeface="Courier"/>
              </a:rPr>
              <a:t>speaker_embeddings/eng.pt</a:t>
            </a:r>
          </a:p>
          <a:p>
            <a:pPr lvl="1"/>
            <a:r>
              <a:rPr/>
              <a:t>Triton model repository serving </a:t>
            </a:r>
            <a:r>
              <a:rPr>
                <a:latin typeface="Courier"/>
              </a:rPr>
              <a:t>easymp</a:t>
            </a:r>
            <a:r>
              <a:rPr/>
              <a:t> + </a:t>
            </a:r>
            <a:r>
              <a:rPr>
                <a:latin typeface="Courier"/>
              </a:rPr>
              <a:t>codec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Runtime</a:t>
            </a:r>
            <a:r>
              <a:rPr/>
              <a:t> </a:t>
            </a:r>
            <a:r>
              <a:rPr/>
              <a:t>Architecture</a:t>
            </a:r>
          </a:p>
        </p:txBody>
      </p:sp>
      <p:pic>
        <p:nvPicPr>
          <p:cNvPr descr="presentation_assets/runtime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Runtime</a:t>
            </a:r>
            <a:r>
              <a:rPr/>
              <a:t> </a:t>
            </a:r>
            <a:r>
              <a:rPr/>
              <a:t>Architecture:</a:t>
            </a:r>
            <a:r>
              <a:rPr/>
              <a:t> </a:t>
            </a:r>
            <a:r>
              <a:rPr/>
              <a:t>Key</a:t>
            </a:r>
            <a:r>
              <a:rPr/>
              <a:t> </a:t>
            </a:r>
            <a:r>
              <a:rPr/>
              <a:t>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Triton owns the service boundary and response streaming.</a:t>
            </a:r>
          </a:p>
          <a:p>
            <a:pPr lvl="1"/>
            <a:r>
              <a:rPr/>
              <a:t>The Python backend is the orchestration layer.</a:t>
            </a:r>
          </a:p>
          <a:p>
            <a:pPr lvl="1"/>
            <a:r>
              <a:rPr/>
              <a:t>vLLM-Omni runs the EasyMagpie autoregressive acoustic-code generator.</a:t>
            </a:r>
          </a:p>
          <a:p>
            <a:pPr lvl="1"/>
            <a:r>
              <a:rPr/>
              <a:t>TensorRT runs codec decoding as a separate Triton model.</a:t>
            </a:r>
          </a:p>
          <a:p>
            <a:pPr lvl="1"/>
            <a:r>
              <a:rPr/>
              <a:t>Triton BLS calls connect generated code chunks to codec decode calls.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Offline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Preparation</a:t>
            </a:r>
          </a:p>
        </p:txBody>
      </p:sp>
      <p:pic>
        <p:nvPicPr>
          <p:cNvPr descr="presentation_assets/offline_artifact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Artifact</a:t>
            </a:r>
            <a:r>
              <a:rPr/>
              <a:t> </a:t>
            </a:r>
            <a:r>
              <a:rPr/>
              <a:t>Preparation: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Conversion scripts were patched to run from the local checkout.</a:t>
            </a:r>
          </a:p>
          <a:p>
            <a:pPr lvl="1"/>
            <a:r>
              <a:rPr/>
              <a:t>Heavy NeMo imports were made lazy so </a:t>
            </a:r>
            <a:r>
              <a:rPr>
                <a:latin typeface="Courier"/>
              </a:rPr>
              <a:t>--help</a:t>
            </a:r>
            <a:r>
              <a:rPr/>
              <a:t> and test collection stay light.</a:t>
            </a:r>
          </a:p>
          <a:p>
            <a:pPr lvl="1"/>
            <a:r>
              <a:rPr/>
              <a:t>CPU restore was made viable through </a:t>
            </a:r>
            <a:r>
              <a:rPr>
                <a:latin typeface="Courier"/>
              </a:rPr>
              <a:t>map_location</a:t>
            </a:r>
            <a:r>
              <a:rPr/>
              <a:t>.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.nemo</a:t>
            </a:r>
            <a:r>
              <a:rPr/>
              <a:t> checkpoint was converted into a Hugging Face/vLLM-style model directory.</a:t>
            </a:r>
          </a:p>
          <a:p>
            <a:pPr lvl="1"/>
            <a:r>
              <a:rPr/>
              <a:t>The codec decoder was exported to ONNX, then compiled to TensorRT.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EasyMagpie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Inside</a:t>
            </a:r>
            <a:r>
              <a:rPr/>
              <a:t> </a:t>
            </a:r>
            <a:r>
              <a:rPr/>
              <a:t>vLLM-Omni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Backbone</a:t>
            </a:r>
          </a:p>
          <a:p>
            <a:pPr lvl="1"/>
            <a:r>
              <a:rPr/>
              <a:t>Nemotron-H decoder</a:t>
            </a:r>
          </a:p>
          <a:p>
            <a:pPr lvl="1"/>
            <a:r>
              <a:rPr/>
              <a:t>Mamba/attention hybrid layers</a:t>
            </a:r>
          </a:p>
          <a:p>
            <a:pPr lvl="1"/>
            <a:r>
              <a:rPr/>
              <a:t>Runs through vLLM’s compiled model executor</a:t>
            </a:r>
          </a:p>
          <a:p>
            <a:pPr lvl="0" marL="0" indent="0">
              <a:buNone/>
            </a:pPr>
            <a:r>
              <a:rPr b="1"/>
              <a:t>TTS-specific heads</a:t>
            </a:r>
          </a:p>
          <a:p>
            <a:pPr lvl="1"/>
            <a:r>
              <a:rPr/>
              <a:t>Local autoregressive transformer</a:t>
            </a:r>
          </a:p>
          <a:p>
            <a:pPr lvl="1"/>
            <a:r>
              <a:rPr/>
              <a:t>Multi-codebook acoustic token generation</a:t>
            </a:r>
          </a:p>
          <a:p>
            <a:pPr lvl="1"/>
            <a:r>
              <a:rPr/>
              <a:t>Phoneme/text/audio stream delay semantics</a:t>
            </a:r>
          </a:p>
          <a:p>
            <a:pPr lvl="0" marL="0" indent="0">
              <a:buNone/>
            </a:pPr>
            <a:r>
              <a:rPr b="1"/>
              <a:t>Conditioning</a:t>
            </a:r>
          </a:p>
          <a:p>
            <a:pPr lvl="1"/>
            <a:r>
              <a:rPr/>
              <a:t>Text tokenizer and baked text embedding lookup</a:t>
            </a:r>
          </a:p>
          <a:p>
            <a:pPr lvl="1"/>
            <a:r>
              <a:rPr/>
              <a:t>Known speaker embedding loaded from </a:t>
            </a:r>
            <a:r>
              <a:rPr>
                <a:latin typeface="Courier"/>
              </a:rPr>
              <a:t>speaker_embeddings/eng.pt</a:t>
            </a:r>
          </a:p>
          <a:p>
            <a:pPr lvl="1"/>
            <a:r>
              <a:rPr/>
              <a:t>Context text defaults to </a:t>
            </a:r>
            <a:r>
              <a:rPr>
                <a:latin typeface="Courier"/>
              </a:rPr>
              <a:t>[EN]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Inference</a:t>
            </a:r>
            <a:r>
              <a:rPr/>
              <a:t> </a:t>
            </a:r>
            <a:r>
              <a:rPr/>
              <a:t>Pipeline</a:t>
            </a:r>
          </a:p>
        </p:txBody>
      </p:sp>
      <p:pic>
        <p:nvPicPr>
          <p:cNvPr descr="presentation_assets/inference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Whole-Text</a:t>
            </a:r>
            <a:r>
              <a:rPr/>
              <a:t> </a:t>
            </a:r>
            <a:r>
              <a:rPr/>
              <a:t>Request</a:t>
            </a:r>
            <a:r>
              <a:rPr/>
              <a:t> </a:t>
            </a:r>
            <a:r>
              <a:rPr/>
              <a:t>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Client sends text to Triton gRPC.</a:t>
            </a:r>
          </a:p>
          <a:p>
            <a:pPr lvl="1">
              <a:buAutoNum type="arabicPeriod"/>
            </a:pPr>
            <a:r>
              <a:rPr/>
              <a:t>Python backend selects speaker id </a:t>
            </a:r>
            <a:r>
              <a:rPr>
                <a:latin typeface="Courier"/>
              </a:rPr>
              <a:t>eng</a:t>
            </a:r>
            <a:r>
              <a:rPr/>
              <a:t> and context text </a:t>
            </a:r>
            <a:r>
              <a:rPr>
                <a:latin typeface="Courier"/>
              </a:rPr>
              <a:t>[EN]</a:t>
            </a:r>
            <a:r>
              <a:rPr/>
              <a:t>.</a:t>
            </a:r>
          </a:p>
          <a:p>
            <a:pPr lvl="1">
              <a:buAutoNum type="arabicPeriod"/>
            </a:pPr>
            <a:r>
              <a:rPr/>
              <a:t>Backend builds prompt length and sampling metadata.</a:t>
            </a:r>
          </a:p>
          <a:p>
            <a:pPr lvl="1">
              <a:buAutoNum type="arabicPeriod"/>
            </a:pPr>
            <a:r>
              <a:rPr/>
              <a:t>vLLM-Omni generates stacked audio-code tokens.</a:t>
            </a:r>
          </a:p>
          <a:p>
            <a:pPr lvl="1">
              <a:buAutoNum type="arabicPeriod"/>
            </a:pPr>
            <a:r>
              <a:rPr/>
              <a:t>Backend chunks codes into 15-frame codec windows.</a:t>
            </a:r>
          </a:p>
          <a:p>
            <a:pPr lvl="1">
              <a:buAutoNum type="arabicPeriod"/>
            </a:pPr>
            <a:r>
              <a:rPr/>
              <a:t>TensorRT codec model decodes codes into waveform chunks.</a:t>
            </a:r>
          </a:p>
          <a:p>
            <a:pPr lvl="1">
              <a:buAutoNum type="arabicPeriod"/>
            </a:pPr>
            <a:r>
              <a:rPr/>
              <a:t>Triton decoupled responses stream audio back to the client.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Speaker</a:t>
            </a:r>
            <a:r>
              <a:rPr/>
              <a:t> </a:t>
            </a:r>
            <a:r>
              <a:rPr/>
              <a:t>Embedding</a:t>
            </a:r>
            <a:r>
              <a:rPr/>
              <a:t> </a:t>
            </a:r>
            <a:r>
              <a:rPr/>
              <a:t>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Problem</a:t>
            </a:r>
          </a:p>
          <a:p>
            <a:pPr lvl="1"/>
            <a:r>
              <a:rPr/>
              <a:t>The Triton config defaulted to </a:t>
            </a:r>
            <a:r>
              <a:rPr>
                <a:latin typeface="Courier"/>
              </a:rPr>
              <a:t>speaker=eng</a:t>
            </a:r>
            <a:r>
              <a:rPr/>
              <a:t>.</a:t>
            </a:r>
          </a:p>
          <a:p>
            <a:pPr lvl="1"/>
            <a:r>
              <a:rPr/>
              <a:t>The converted model had no </a:t>
            </a:r>
            <a:r>
              <a:rPr>
                <a:latin typeface="Courier"/>
              </a:rPr>
              <a:t>speaker_embeddings/eng.pt</a:t>
            </a:r>
            <a:r>
              <a:rPr/>
              <a:t>.</a:t>
            </a:r>
          </a:p>
          <a:p>
            <a:pPr lvl="1"/>
            <a:r>
              <a:rPr/>
              <a:t>First request reached the model, then failed at speaker resolution.</a:t>
            </a:r>
          </a:p>
          <a:p>
            <a:pPr lvl="0" marL="0" indent="0">
              <a:buNone/>
            </a:pPr>
            <a:r>
              <a:rPr b="1"/>
              <a:t>Fix</a:t>
            </a:r>
          </a:p>
          <a:p>
            <a:pPr lvl="1"/>
            <a:r>
              <a:rPr/>
              <a:t>Used </a:t>
            </a:r>
            <a:r>
              <a:rPr>
                <a:latin typeface="Courier"/>
              </a:rPr>
              <a:t>context_audios/audio_context_samples/english_audio_context_samples/Emma_Additional.flac</a:t>
            </a:r>
            <a:r>
              <a:rPr/>
              <a:t>.</a:t>
            </a:r>
          </a:p>
          <a:p>
            <a:pPr lvl="1"/>
            <a:r>
              <a:rPr/>
              <a:t>Loaded the NeMo EasyMagpie model in a disposable NeMo/Riva container.</a:t>
            </a:r>
          </a:p>
          <a:p>
            <a:pPr lvl="1"/>
            <a:r>
              <a:rPr/>
              <a:t>Called the existing </a:t>
            </a:r>
            <a:r>
              <a:rPr>
                <a:latin typeface="Courier"/>
              </a:rPr>
              <a:t>extract_speaker_embedding()</a:t>
            </a:r>
            <a:r>
              <a:rPr/>
              <a:t> helper directly.</a:t>
            </a:r>
          </a:p>
          <a:p>
            <a:pPr lvl="1"/>
            <a:r>
              <a:rPr/>
              <a:t>Saved </a:t>
            </a:r>
            <a:r>
              <a:rPr>
                <a:latin typeface="Courier"/>
              </a:rPr>
              <a:t>speaker_embeddings/eng.pt</a:t>
            </a:r>
            <a:r>
              <a:rPr/>
              <a:t> with shape </a:t>
            </a:r>
            <a:r>
              <a:rPr>
                <a:latin typeface="Courier"/>
              </a:rPr>
              <a:t>(64, 1536)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Codec</a:t>
            </a:r>
            <a:r>
              <a:rPr/>
              <a:t> </a:t>
            </a:r>
            <a:r>
              <a:rPr/>
              <a:t>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ONNX stage</a:t>
            </a:r>
          </a:p>
          <a:p>
            <a:pPr lvl="1"/>
            <a:r>
              <a:rPr/>
              <a:t>Codec decoder exported as </a:t>
            </a:r>
            <a:r>
              <a:rPr>
                <a:latin typeface="Courier"/>
              </a:rPr>
              <a:t>codec.onnx</a:t>
            </a:r>
            <a:r>
              <a:rPr/>
              <a:t>.</a:t>
            </a:r>
          </a:p>
          <a:p>
            <a:pPr lvl="1"/>
            <a:r>
              <a:rPr/>
              <a:t>Graph input: stacked model codes.</a:t>
            </a:r>
          </a:p>
          <a:p>
            <a:pPr lvl="1"/>
            <a:r>
              <a:rPr/>
              <a:t>Clamp, unstack, index conversion, and decode are baked into the graph.</a:t>
            </a:r>
          </a:p>
          <a:p>
            <a:pPr lvl="0" marL="0" indent="0">
              <a:buNone/>
            </a:pPr>
            <a:r>
              <a:rPr b="1"/>
              <a:t>TensorRT stage</a:t>
            </a:r>
          </a:p>
          <a:p>
            <a:pPr lvl="1"/>
            <a:r>
              <a:rPr/>
              <a:t>Built </a:t>
            </a:r>
            <a:r>
              <a:rPr>
                <a:latin typeface="Courier"/>
              </a:rPr>
              <a:t>model.plan</a:t>
            </a:r>
            <a:r>
              <a:rPr/>
              <a:t> from </a:t>
            </a:r>
            <a:r>
              <a:rPr>
                <a:latin typeface="Courier"/>
              </a:rPr>
              <a:t>codec.onnx</a:t>
            </a:r>
            <a:r>
              <a:rPr/>
              <a:t>.</a:t>
            </a:r>
          </a:p>
          <a:p>
            <a:pPr lvl="1"/>
            <a:r>
              <a:rPr/>
              <a:t>Static frame profile: 15 model frames.</a:t>
            </a:r>
          </a:p>
          <a:p>
            <a:pPr lvl="1"/>
            <a:r>
              <a:rPr/>
              <a:t>Batch profile: 1 / 8 / 32.</a:t>
            </a:r>
          </a:p>
          <a:p>
            <a:pPr lvl="1"/>
            <a:r>
              <a:rPr/>
              <a:t>FP32 engine was used for the working serving path.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Triton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model_repository/
  easymp/
    config.pbtxt
    1/model.py
  codec/
    config.pbtxt
    1/model.plan</a:t>
            </a:r>
          </a:p>
          <a:p>
            <a:pPr lvl="0" marL="0" indent="0">
              <a:buNone/>
            </a:pPr>
            <a:r>
              <a:rPr b="1">
                <a:latin typeface="Courier"/>
              </a:rPr>
              <a:t>easymp</a:t>
            </a:r>
          </a:p>
          <a:p>
            <a:pPr lvl="1"/>
            <a:r>
              <a:rPr/>
              <a:t>Python backend.</a:t>
            </a:r>
          </a:p>
          <a:p>
            <a:pPr lvl="1"/>
            <a:r>
              <a:rPr/>
              <a:t>Starts vLLM-Omni.</a:t>
            </a:r>
          </a:p>
          <a:p>
            <a:pPr lvl="1"/>
            <a:r>
              <a:rPr/>
              <a:t>Streams responses in decoupled mode.</a:t>
            </a:r>
          </a:p>
          <a:p>
            <a:pPr lvl="0" marL="0" indent="0">
              <a:buNone/>
            </a:pPr>
            <a:r>
              <a:rPr b="1">
                <a:latin typeface="Courier"/>
              </a:rPr>
              <a:t>codec</a:t>
            </a:r>
          </a:p>
          <a:p>
            <a:pPr lvl="1"/>
            <a:r>
              <a:rPr/>
              <a:t>TensorRT plan backend.</a:t>
            </a:r>
          </a:p>
          <a:p>
            <a:pPr lvl="1"/>
            <a:r>
              <a:rPr/>
              <a:t>Dynamically batches codec decode calls.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Validation</a:t>
            </a:r>
            <a:r>
              <a:rPr/>
              <a:t> </a:t>
            </a:r>
            <a:r>
              <a:rPr/>
              <a:t>Snapshot</a:t>
            </a:r>
          </a:p>
        </p:txBody>
      </p:sp>
      <p:pic>
        <p:nvPicPr>
          <p:cNvPr descr="presentation_assets/validation_snapsh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Validation</a:t>
            </a:r>
            <a:r>
              <a:rPr/>
              <a:t> </a:t>
            </a:r>
            <a:r>
              <a:rPr/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Triton health endpoint returned HTTP </a:t>
            </a:r>
            <a:r>
              <a:rPr>
                <a:latin typeface="Courier"/>
              </a:rPr>
              <a:t>200</a:t>
            </a:r>
            <a:r>
              <a:rPr/>
              <a:t>.</a:t>
            </a:r>
          </a:p>
          <a:p>
            <a:pPr lvl="1"/>
            <a:r>
              <a:rPr>
                <a:latin typeface="Courier"/>
              </a:rPr>
              <a:t>codec</a:t>
            </a:r>
            <a:r>
              <a:rPr/>
              <a:t> reached </a:t>
            </a:r>
            <a:r>
              <a:rPr>
                <a:latin typeface="Courier"/>
              </a:rPr>
              <a:t>READY</a:t>
            </a:r>
            <a:r>
              <a:rPr/>
              <a:t>.</a:t>
            </a:r>
          </a:p>
          <a:p>
            <a:pPr lvl="1"/>
            <a:r>
              <a:rPr>
                <a:latin typeface="Courier"/>
              </a:rPr>
              <a:t>easymp</a:t>
            </a:r>
            <a:r>
              <a:rPr/>
              <a:t> reached </a:t>
            </a:r>
            <a:r>
              <a:rPr>
                <a:latin typeface="Courier"/>
              </a:rPr>
              <a:t>READY</a:t>
            </a:r>
            <a:r>
              <a:rPr/>
              <a:t>.</a:t>
            </a:r>
          </a:p>
          <a:p>
            <a:pPr lvl="1"/>
            <a:r>
              <a:rPr/>
              <a:t>End-to-end request:</a:t>
            </a:r>
          </a:p>
          <a:p>
            <a:pPr lvl="0" indent="0">
              <a:buNone/>
            </a:pPr>
            <a:r>
              <a:rPr>
                <a:latin typeface="Courier"/>
              </a:rPr>
              <a:t>utt1    Hello world.</a:t>
            </a:r>
          </a:p>
          <a:p>
            <a:pPr lvl="1"/>
            <a:r>
              <a:rPr/>
              <a:t>Result: </a:t>
            </a:r>
            <a:r>
              <a:rPr>
                <a:latin typeface="Courier"/>
              </a:rPr>
              <a:t>1 ok / 0 failed</a:t>
            </a:r>
            <a:r>
              <a:rPr/>
              <a:t>.</a:t>
            </a:r>
          </a:p>
          <a:p>
            <a:pPr lvl="1"/>
            <a:r>
              <a:rPr/>
              <a:t>Output: </a:t>
            </a:r>
            <a:r>
              <a:rPr>
                <a:latin typeface="Courier"/>
              </a:rPr>
              <a:t>/tmp/easymp_e2e_out/utt1.wav</a:t>
            </a:r>
            <a:r>
              <a:rPr/>
              <a:t>.</a:t>
            </a:r>
          </a:p>
          <a:p>
            <a:pPr lvl="1"/>
            <a:r>
              <a:rPr/>
              <a:t>WAV: mono, 22.05 kHz, 16-bit PCM, 0.88 seconds.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Performance</a:t>
            </a:r>
            <a:r>
              <a:rPr/>
              <a:t> </a:t>
            </a:r>
            <a:r>
              <a:rPr/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Cold first request</a:t>
            </a:r>
          </a:p>
          <a:p>
            <a:pPr lvl="1"/>
            <a:r>
              <a:rPr/>
              <a:t>Audio duration: 0.88 seconds.</a:t>
            </a:r>
          </a:p>
          <a:p>
            <a:pPr lvl="1"/>
            <a:r>
              <a:rPr/>
              <a:t>Wall time: 25.65 seconds.</a:t>
            </a:r>
          </a:p>
          <a:p>
            <a:pPr lvl="1"/>
            <a:r>
              <a:rPr/>
              <a:t>TTFA: 25.59 seconds.</a:t>
            </a:r>
          </a:p>
          <a:p>
            <a:pPr lvl="1"/>
            <a:r>
              <a:rPr/>
              <a:t>Cold RTFX: about 0.03x.</a:t>
            </a:r>
          </a:p>
          <a:p>
            <a:pPr lvl="0" marL="0" indent="0">
              <a:buNone/>
            </a:pPr>
            <a:r>
              <a:rPr b="1"/>
              <a:t>Why cold RTFX is misleading</a:t>
            </a:r>
          </a:p>
          <a:p>
            <a:pPr lvl="1"/>
            <a:r>
              <a:rPr/>
              <a:t>First request includes vLLM/Triton JIT behavior and startup path costs.</a:t>
            </a:r>
          </a:p>
          <a:p>
            <a:pPr lvl="1"/>
            <a:r>
              <a:rPr/>
              <a:t>Chunk fetch/playback factor after first audio was about 18.5x realtime.</a:t>
            </a:r>
          </a:p>
          <a:p>
            <a:pPr lvl="1"/>
            <a:r>
              <a:rPr/>
              <a:t>Use warmup plus multiple requests for steady-state RTFX.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Operational</a:t>
            </a:r>
            <a:r>
              <a:rPr/>
              <a:t> </a:t>
            </a:r>
            <a:r>
              <a:rPr/>
              <a:t>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Keep vLLM/vLLM-Omni isolated from the active NeMo development environment.</a:t>
            </a:r>
          </a:p>
          <a:p>
            <a:pPr lvl="1"/>
            <a:r>
              <a:rPr/>
              <a:t>Do not kill unknown GPU processes.</a:t>
            </a:r>
          </a:p>
          <a:p>
            <a:pPr lvl="1"/>
            <a:r>
              <a:rPr/>
              <a:t>Treat generated artifacts as large, untracked outputs unless explicitly approved.</a:t>
            </a:r>
          </a:p>
          <a:p>
            <a:pPr lvl="1"/>
            <a:r>
              <a:rPr/>
              <a:t>Rebuild TensorRT plans when changing TensorRT/CUDA/runtime version.</a:t>
            </a:r>
          </a:p>
          <a:p>
            <a:pPr lvl="1"/>
            <a:r>
              <a:rPr/>
              <a:t>Re-bake speaker embeddings when changing the default voice or reference audio.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Final</a:t>
            </a:r>
            <a:r>
              <a:rPr/>
              <a:t> </a:t>
            </a:r>
            <a:r>
              <a:rPr/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Completed</a:t>
            </a:r>
          </a:p>
          <a:p>
            <a:pPr lvl="1"/>
            <a:r>
              <a:rPr/>
              <a:t>Docker runtime image built.</a:t>
            </a:r>
          </a:p>
          <a:p>
            <a:pPr lvl="1"/>
            <a:r>
              <a:rPr/>
              <a:t>TensorRT codec plan built.</a:t>
            </a:r>
          </a:p>
          <a:p>
            <a:pPr lvl="1"/>
            <a:r>
              <a:rPr/>
              <a:t>English speaker embedding baked.</a:t>
            </a:r>
          </a:p>
          <a:p>
            <a:pPr lvl="1"/>
            <a:r>
              <a:rPr/>
              <a:t>Triton service validated.</a:t>
            </a:r>
          </a:p>
          <a:p>
            <a:pPr lvl="1"/>
            <a:r>
              <a:rPr/>
              <a:t>End-to-end request returned audio.</a:t>
            </a:r>
          </a:p>
          <a:p>
            <a:pPr lvl="0" marL="0" indent="0">
              <a:buNone/>
            </a:pPr>
            <a:r>
              <a:rPr b="1"/>
              <a:t>Remaining useful work</a:t>
            </a:r>
          </a:p>
          <a:p>
            <a:pPr lvl="1"/>
            <a:r>
              <a:rPr/>
              <a:t>Run warm steady-state benchmarks.</a:t>
            </a:r>
          </a:p>
          <a:p>
            <a:pPr lvl="1"/>
            <a:r>
              <a:rPr/>
              <a:t>Add a clean embedding-only helper script.</a:t>
            </a:r>
          </a:p>
          <a:p>
            <a:pPr lvl="1"/>
            <a:r>
              <a:rPr/>
              <a:t>Decide whether generated artifacts should be stored, uploaded, or ignored.</a:t>
            </a:r>
          </a:p>
          <a:p>
            <a:pPr lvl="1"/>
            <a:r>
              <a:rPr/>
              <a:t>Test streaming-text mode separately from whole-text mode.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EasyMagpieTTS on vLLM-Omni + Triton</dc:title>
  <dc:creator>Codex</dc:creator>
  <cp:keywords/>
  <dcterms:created xsi:type="dcterms:W3CDTF">2026-06-24T12:29:41Z</dcterms:created>
  <dcterms:modified xsi:type="dcterms:W3CDTF">2026-06-24T12:29:41Z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2026-06-24</vt:lpwstr>
  </property>
  <property fmtid="{D5CDD505-2E9C-101B-9397-08002B2CF9AE}" pid="3" name="subtitle">
    <vt:lpwstr>Architecture, artifact preparation, and inference pipeline</vt:lpwstr>
  </property>
</Properties>
</file>